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AEA21-0559-D108-3F17-2C9B2849C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96C7E2-6AC6-6FE4-2BFB-2B82FD71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3BD134-A1D9-C8CB-E2E0-AC4985E9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15688E-BF90-DF00-CEC5-2BF8BB44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4B7B1-7621-6EF6-AFF9-D3F3AD48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01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CD9F7-CBFB-9533-9D29-2BB344AD9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8AED28-6FC2-0083-6347-B855FD83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B5FA33-9FA9-4363-0FB8-5EE3BC82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97B50-4BAB-0BBF-AA39-F3C4C07E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AC949-CB82-37AA-8866-0EE7A165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52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DD654-8D9E-F4F8-C8FD-1CDAAF39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3368B4-B207-C5FB-5ADC-C77AB06DC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672E2E-A7AB-A36C-6FD2-00A66E8E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0DB35D-F276-43A8-6F9A-0D03970C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9BA72B-692C-C830-7D94-9F45341D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70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B1AC8-BFC9-9BEA-F0E7-63134C69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7241B-0DF6-AE02-F776-CFA68B99A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057E78-96FE-4A6D-341A-A485EDDB0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5C5952-CB3D-5732-BA2B-0E53FF88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C9EEA0-D264-8685-DB05-72641D4D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287550-5E26-5A59-E69C-53B964B2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29A2F-E464-EF35-4703-7EB9BD10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74DCB5-C21D-2140-5C28-FFE7D20EF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9A0890-353D-3A43-EB26-B190EDC5B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034E48-733F-16E1-5D50-0708295A8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5EAE05-95E0-FCA0-B501-93500EE87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90A603-A0D5-C5D0-5CCE-7FA4719B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3849CF-35C5-A881-45C8-190F9A07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288D42-17A0-BEEC-153E-DE2154B6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42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356A9-F097-15FA-1590-8FA8B0BB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FF9257-D580-02FC-FD7B-E7DCFFC8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D7674D-43AB-7FAE-CFD4-6689FF37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0C4E7F-00FE-7507-EC1B-A6B7BFFE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23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D38D38-BFC1-AF49-A8B8-D2F440CC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83B7AB-6DFC-1462-B23F-BC09A89C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073FB9-E1C6-7C20-5B16-F6FD11CE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79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3A059-700F-3A91-6D2F-8FAE0575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A9FB41-EEBC-7EC9-D2CD-2A888092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5D0E90-70DB-3E62-93E5-52BF46DBF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FA2BF9-46AA-0962-5DB8-0FE52E85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F1F994-D083-51D0-6759-C0814621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B33FBA-6122-A9B2-AD9C-4D91637E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3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2B729-2CD9-3FE2-0ED8-4022B049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1F5E347-6CCA-805D-F052-26A9B5826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A7138F-F2E0-36AC-F21B-5027C1A84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CE2B14-1B4D-3285-FD7C-D240C686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856AE9-CB55-8F9A-3D2E-B18185E1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C07873-1AFF-D53C-821E-2FB040E5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57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F6F9C-2ECA-9F00-0AC3-9D861918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B8C561-1E24-9538-F57F-30741D8B1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90C66C-25DA-27E4-5CA7-5CFC5E7F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B93DD2-F25C-1932-C345-072E0773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D944A7-5E4C-825B-4210-B360E66C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24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834D844-F420-1C9D-4F98-906A06A1C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18386F-D70D-B343-A13B-BDC6326E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4AD424-BBBB-4C4B-DDA7-D3C8885E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9128E2-3946-8C2F-EDD9-5C5EAB62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7C5B19-6FFD-309D-F389-E50DC37E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80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53FAC5-538F-5AA9-6E16-F9934A4E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F66EFE-48F2-36CF-DD6B-2FA017D2D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698C51-17D2-6997-63F4-538C6EA3E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54F33-075B-4559-B40F-8CBE7D1071C3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7ACFE1-3B5F-2C8B-504D-BF35613D5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304070-D440-92F1-078D-A72CF69D4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A7BDF-7800-4356-BC36-0FFEE5CBD7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66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9FA6F-D29D-1ACF-9F3D-665F4D6C6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Gotenberg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6CB2DB-0C9A-D3A8-1A09-78E0459CB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Gotenberg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950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BB57-8EAE-4D5B-2039-0F9149286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39E68-1D6A-C204-86CE-6011372E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Gotenberg</a:t>
            </a:r>
            <a:endParaRPr lang="fr-FR" dirty="0"/>
          </a:p>
        </p:txBody>
      </p:sp>
      <p:pic>
        <p:nvPicPr>
          <p:cNvPr id="6" name="Espace réservé pour une image  5" descr="Une image contenant plein air, mammifère, ours, Ours brun&#10;&#10;Le contenu généré par l’IA peut être incorrect.">
            <a:extLst>
              <a:ext uri="{FF2B5EF4-FFF2-40B4-BE49-F238E27FC236}">
                <a16:creationId xmlns:a16="http://schemas.microsoft.com/office/drawing/2014/main" id="{1F0E70C1-D6B6-1011-217D-F9EB3F2245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r="7992"/>
          <a:stretch>
            <a:fillRect/>
          </a:stretch>
        </p:blipFill>
        <p:spPr/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69340BFC-F381-2418-EEF5-066B8BAFF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 err="1"/>
              <a:t>Gotenberg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95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B746-E95F-6C96-7CFD-81B4B716C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C5A34-6640-5909-C4ED-B5BF4A93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Gotenberg</a:t>
            </a: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486CD8A-6FD7-AB51-EF53-63974A66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Quisque</a:t>
            </a:r>
            <a:r>
              <a:rPr lang="fr-FR" dirty="0"/>
              <a:t> </a:t>
            </a:r>
            <a:r>
              <a:rPr lang="fr-FR" dirty="0" err="1"/>
              <a:t>blandit</a:t>
            </a:r>
            <a:r>
              <a:rPr lang="fr-FR" dirty="0"/>
              <a:t>, mi et </a:t>
            </a:r>
            <a:r>
              <a:rPr lang="fr-FR" dirty="0" err="1"/>
              <a:t>tincidunt</a:t>
            </a:r>
            <a:r>
              <a:rPr lang="fr-FR" dirty="0"/>
              <a:t> </a:t>
            </a:r>
            <a:r>
              <a:rPr lang="fr-FR" dirty="0" err="1"/>
              <a:t>finibus</a:t>
            </a:r>
            <a:r>
              <a:rPr lang="fr-FR" dirty="0"/>
              <a:t>, </a:t>
            </a:r>
            <a:r>
              <a:rPr lang="fr-FR" dirty="0" err="1"/>
              <a:t>velit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ut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lorem</a:t>
            </a:r>
            <a:r>
              <a:rPr lang="fr-FR" dirty="0"/>
              <a:t>. Cras </a:t>
            </a:r>
            <a:r>
              <a:rPr lang="fr-FR" dirty="0" err="1"/>
              <a:t>tempus</a:t>
            </a:r>
            <a:r>
              <a:rPr lang="fr-FR" dirty="0"/>
              <a:t> </a:t>
            </a:r>
            <a:r>
              <a:rPr lang="fr-FR" dirty="0" err="1"/>
              <a:t>malesuada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sollicitudin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volutpat</a:t>
            </a:r>
            <a:r>
              <a:rPr lang="fr-FR" dirty="0"/>
              <a:t> a.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mauris</a:t>
            </a:r>
            <a:r>
              <a:rPr lang="fr-FR" dirty="0"/>
              <a:t> nunc, </a:t>
            </a:r>
            <a:r>
              <a:rPr lang="fr-FR" dirty="0" err="1"/>
              <a:t>molestie</a:t>
            </a:r>
            <a:r>
              <a:rPr lang="fr-FR" dirty="0"/>
              <a:t> nec </a:t>
            </a:r>
            <a:r>
              <a:rPr lang="fr-FR" dirty="0" err="1"/>
              <a:t>lacus</a:t>
            </a:r>
            <a:r>
              <a:rPr lang="fr-FR" dirty="0"/>
              <a:t> eu, </a:t>
            </a:r>
            <a:r>
              <a:rPr lang="fr-FR" dirty="0" err="1"/>
              <a:t>imperdiet</a:t>
            </a:r>
            <a:r>
              <a:rPr lang="fr-FR" dirty="0"/>
              <a:t> </a:t>
            </a:r>
            <a:r>
              <a:rPr lang="fr-FR" dirty="0" err="1"/>
              <a:t>efficitur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. Morbi eu </a:t>
            </a:r>
            <a:r>
              <a:rPr lang="fr-FR" dirty="0" err="1"/>
              <a:t>ultrices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. Integer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 non </a:t>
            </a:r>
            <a:r>
              <a:rPr lang="fr-FR" dirty="0" err="1"/>
              <a:t>gravida</a:t>
            </a:r>
            <a:r>
              <a:rPr lang="fr-FR" dirty="0"/>
              <a:t>.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metus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, </a:t>
            </a:r>
            <a:r>
              <a:rPr lang="fr-FR" dirty="0" err="1"/>
              <a:t>fringilla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ipsum id, </a:t>
            </a:r>
            <a:r>
              <a:rPr lang="fr-FR" dirty="0" err="1"/>
              <a:t>dapibus</a:t>
            </a:r>
            <a:r>
              <a:rPr lang="fr-FR" dirty="0"/>
              <a:t> </a:t>
            </a:r>
            <a:r>
              <a:rPr lang="fr-FR" dirty="0" err="1"/>
              <a:t>finibus</a:t>
            </a:r>
            <a:r>
              <a:rPr lang="fr-FR" dirty="0"/>
              <a:t> ipsum. </a:t>
            </a:r>
            <a:r>
              <a:rPr lang="fr-FR" dirty="0" err="1"/>
              <a:t>Donec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id libero </a:t>
            </a:r>
            <a:r>
              <a:rPr lang="fr-FR" dirty="0" err="1"/>
              <a:t>fermentum</a:t>
            </a:r>
            <a:r>
              <a:rPr lang="fr-FR" dirty="0"/>
              <a:t> </a:t>
            </a:r>
            <a:r>
              <a:rPr lang="fr-FR" dirty="0" err="1"/>
              <a:t>blandit</a:t>
            </a:r>
            <a:r>
              <a:rPr lang="fr-FR" dirty="0"/>
              <a:t>. </a:t>
            </a:r>
            <a:r>
              <a:rPr lang="fr-FR" dirty="0" err="1"/>
              <a:t>Curabitur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lorem</a:t>
            </a:r>
            <a:r>
              <a:rPr lang="fr-FR" dirty="0"/>
              <a:t>, pulvinar </a:t>
            </a:r>
            <a:r>
              <a:rPr lang="fr-FR" dirty="0" err="1"/>
              <a:t>vel</a:t>
            </a:r>
            <a:r>
              <a:rPr lang="fr-FR" dirty="0"/>
              <a:t> ante </a:t>
            </a:r>
            <a:r>
              <a:rPr lang="fr-FR" dirty="0" err="1"/>
              <a:t>sagittis</a:t>
            </a:r>
            <a:r>
              <a:rPr lang="fr-FR" dirty="0"/>
              <a:t>, </a:t>
            </a:r>
            <a:r>
              <a:rPr lang="fr-FR" dirty="0" err="1"/>
              <a:t>posuere</a:t>
            </a:r>
            <a:r>
              <a:rPr lang="fr-FR" dirty="0"/>
              <a:t>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7774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Grand écran</PresentationFormat>
  <Paragraphs>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Gotenberg</vt:lpstr>
      <vt:lpstr>Gotenberg</vt:lpstr>
      <vt:lpstr>Gotenberg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Simon</dc:creator>
  <cp:lastModifiedBy>Adrien Simon</cp:lastModifiedBy>
  <cp:revision>1</cp:revision>
  <dcterms:created xsi:type="dcterms:W3CDTF">2025-11-19T12:17:39Z</dcterms:created>
  <dcterms:modified xsi:type="dcterms:W3CDTF">2025-11-19T12:19:03Z</dcterms:modified>
</cp:coreProperties>
</file>